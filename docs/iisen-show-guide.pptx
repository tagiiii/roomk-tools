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F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1554480"/>
            <a:ext cx="128016" cy="1280160"/>
          </a:xfrm>
          <a:prstGeom prst="rect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49808" y="14630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いいセンいきまSHOW!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49808" y="248716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D8F0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数字でいいセンをねらえ！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C3F5E"/>
          </a:solidFill>
          <a:ln w="12700">
            <a:solidFill>
              <a:srgbClr val="1C3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どんなゲーム？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solidFill>
            <a:srgbClr val="F6F9FB"/>
          </a:solidFill>
          <a:ln w="12700">
            <a:solidFill>
              <a:srgbClr val="C8D8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91440" cy="914400"/>
          </a:xfrm>
          <a:prstGeom prst="rect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005840"/>
            <a:ext cx="7818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みんなで数字を答える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8229600" cy="914400"/>
          </a:xfrm>
          <a:prstGeom prst="rect">
            <a:avLst/>
          </a:prstGeom>
          <a:solidFill>
            <a:srgbClr val="E4F1F4"/>
          </a:solidFill>
          <a:ln w="25400">
            <a:solidFill>
              <a:srgbClr val="2E7D8C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2148840"/>
            <a:ext cx="91440" cy="914400"/>
          </a:xfrm>
          <a:prstGeom prst="rect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48840"/>
            <a:ext cx="7818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いちばん「真ん中の数字（中央値）」を答えた人が勝ち！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457200" y="3291840"/>
            <a:ext cx="8229600" cy="914400"/>
          </a:xfrm>
          <a:prstGeom prst="rect">
            <a:avLst/>
          </a:prstGeom>
          <a:solidFill>
            <a:srgbClr val="F6F9FB"/>
          </a:solidFill>
          <a:ln w="12700">
            <a:solidFill>
              <a:srgbClr val="C8D8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3291840"/>
            <a:ext cx="91440" cy="914400"/>
          </a:xfrm>
          <a:prstGeom prst="rect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3291840"/>
            <a:ext cx="7818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大きすぎても小さすぎてもダメ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C3F5E"/>
          </a:solidFill>
          <a:ln w="12700">
            <a:solidFill>
              <a:srgbClr val="1C3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得点ルール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1005840"/>
          </a:xfrm>
          <a:prstGeom prst="rect">
            <a:avLst/>
          </a:prstGeom>
          <a:solidFill>
            <a:srgbClr val="E2F5EC"/>
          </a:solidFill>
          <a:ln w="19050">
            <a:solidFill>
              <a:srgbClr val="4CAF7D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9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00584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中央値を答えた人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394960" y="1005840"/>
            <a:ext cx="457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852160" y="10058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63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＋50点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8229600" cy="1005840"/>
          </a:xfrm>
          <a:prstGeom prst="rect">
            <a:avLst/>
          </a:prstGeom>
          <a:solidFill>
            <a:srgbClr val="FDE8E8"/>
          </a:solidFill>
          <a:ln w="19050">
            <a:solidFill>
              <a:srgbClr val="E5737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9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19456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いちばん大きい・小さい数字を答えた人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394960" y="2194560"/>
            <a:ext cx="457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852160" y="21945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91C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－10点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457200" y="3383280"/>
            <a:ext cx="8229600" cy="1005840"/>
          </a:xfrm>
          <a:prstGeom prst="rect">
            <a:avLst/>
          </a:prstGeom>
          <a:solidFill>
            <a:srgbClr val="EEEEEE"/>
          </a:solidFill>
          <a:ln w="19050">
            <a:solidFill>
              <a:srgbClr val="BBBBB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9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0080" y="33832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それ以外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394960" y="3383280"/>
            <a:ext cx="457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852160" y="338328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5555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　0点</a:t>
            </a:r>
            <a:endParaRPr lang="en-US" sz="3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C3F5E"/>
          </a:solidFill>
          <a:ln w="12700">
            <a:solidFill>
              <a:srgbClr val="1C3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遊び方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170432"/>
            <a:ext cx="365760" cy="365760"/>
          </a:xfrm>
          <a:prstGeom prst="ellipse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704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87552" y="1097280"/>
            <a:ext cx="7680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ルームコードを入力して参加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02920" y="2112264"/>
            <a:ext cx="365760" cy="365760"/>
          </a:xfrm>
          <a:prstGeom prst="ellipse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87552" y="2039112"/>
            <a:ext cx="7680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問題が出たら数字で答える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02920" y="3054096"/>
            <a:ext cx="365760" cy="365760"/>
          </a:xfrm>
          <a:prstGeom prst="ellipse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30540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87552" y="2980944"/>
            <a:ext cx="7680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全員が答えたら結果発表！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02920" y="3995928"/>
            <a:ext cx="365760" cy="365760"/>
          </a:xfrm>
          <a:prstGeom prst="ellipse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995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87552" y="3922776"/>
            <a:ext cx="7680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これを何問か繰り返す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3F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勝つコツ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solidFill>
            <a:srgbClr val="1A4060"/>
          </a:solidFill>
          <a:ln w="19050">
            <a:solidFill>
              <a:srgbClr val="2E7D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261872"/>
            <a:ext cx="402336" cy="402336"/>
          </a:xfrm>
          <a:prstGeom prst="ellipse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1261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70432" y="100584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みんながどんな数字を答えるか想像しよう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8229600" cy="914400"/>
          </a:xfrm>
          <a:prstGeom prst="rect">
            <a:avLst/>
          </a:prstGeom>
          <a:solidFill>
            <a:srgbClr val="1A4060"/>
          </a:solidFill>
          <a:ln w="19050">
            <a:solidFill>
              <a:srgbClr val="2E7D8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2404872"/>
            <a:ext cx="402336" cy="402336"/>
          </a:xfrm>
          <a:prstGeom prst="ellipse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2404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70432" y="214884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極端な数字は避けるのが安全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457200" y="3291840"/>
            <a:ext cx="8229600" cy="914400"/>
          </a:xfrm>
          <a:prstGeom prst="rect">
            <a:avLst/>
          </a:prstGeom>
          <a:solidFill>
            <a:srgbClr val="1A4060"/>
          </a:solidFill>
          <a:ln w="19050">
            <a:solidFill>
              <a:srgbClr val="2E7D8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" y="3547872"/>
            <a:ext cx="402336" cy="402336"/>
          </a:xfrm>
          <a:prstGeom prst="ellipse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" y="3547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70432" y="329184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でも、みんなが同じことを考えてたら…？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C3F5E"/>
          </a:solidFill>
          <a:ln w="12700">
            <a:solidFill>
              <a:srgbClr val="1C3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チャットにコピーして使おう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3931920"/>
          </a:xfrm>
          <a:prstGeom prst="rect">
            <a:avLst/>
          </a:prstGeom>
          <a:solidFill>
            <a:srgbClr val="1A2835"/>
          </a:solidFill>
          <a:ln w="25400">
            <a:solidFill>
              <a:srgbClr val="2E7D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51560"/>
            <a:ext cx="7863840" cy="3749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EC8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【いいセンいきまSHOW! ルール】</a:t>
            </a:r>
            <a:endParaRPr lang="en-US" sz="15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DDDD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数字で「いいセン」をねらうゲームだよ！</a:t>
            </a:r>
            <a:endParaRPr lang="en-US" sz="15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500" dirty="0"/>
          </a:p>
          <a:p>
            <a:pPr algn="l" indent="0" marL="0">
              <a:buNone/>
            </a:pPr>
            <a:r>
              <a:rPr lang="en-US" sz="1500" b="1" dirty="0">
                <a:solidFill>
                  <a:srgbClr val="5EC8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■ 得点ルール</a:t>
            </a:r>
            <a:endParaRPr lang="en-US" sz="15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DDDD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・ちょうど真ん中の数字 → ＋50点</a:t>
            </a:r>
            <a:endParaRPr lang="en-US" sz="15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DDDD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・いちばん大きい or 小さい数字 → －10点</a:t>
            </a:r>
            <a:endParaRPr lang="en-US" sz="15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DDDD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・それ以外 → 0点</a:t>
            </a:r>
            <a:endParaRPr lang="en-US" sz="15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500" dirty="0"/>
          </a:p>
          <a:p>
            <a:pPr algn="l" indent="0" marL="0">
              <a:buNone/>
            </a:pPr>
            <a:r>
              <a:rPr lang="en-US" sz="1500" b="1" dirty="0">
                <a:solidFill>
                  <a:srgbClr val="5EC8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■ 遊び方</a:t>
            </a:r>
            <a:endParaRPr lang="en-US" sz="15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DDDD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ルームコードを入力して参加</a:t>
            </a:r>
            <a:endParaRPr lang="en-US" sz="15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DDDD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問題が出たら数字で答えよう</a:t>
            </a:r>
            <a:endParaRPr lang="en-US" sz="15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DDDD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全員が答えたら結果発表！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いいセンいきまSHOW!</dc:title>
  <dc:subject>PptxGenJS Presentation</dc:subject>
  <dc:creator>PptxGenJS</dc:creator>
  <cp:lastModifiedBy>PptxGenJS</cp:lastModifiedBy>
  <cp:revision>1</cp:revision>
  <dcterms:created xsi:type="dcterms:W3CDTF">2026-03-26T12:20:57Z</dcterms:created>
  <dcterms:modified xsi:type="dcterms:W3CDTF">2026-03-26T12:20:57Z</dcterms:modified>
</cp:coreProperties>
</file>