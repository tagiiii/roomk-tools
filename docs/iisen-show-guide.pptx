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2E7D8C">
              <a:alpha val="50000"/>
            </a:srgbClr>
          </a:solidFill>
          <a:ln w="12700">
            <a:solidFill>
              <a:srgbClr val="2E7D8C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いいセンいきまSHOW!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7D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数字でいいセンをねらえ！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どんなゲーム？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みんなで数字を答える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いちばん「真ん中の数字（中央値）」を答えた人が勝ち！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5661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大きすぎても小さすぎてもダメ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得点ルール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960120"/>
          </a:xfrm>
          <a:prstGeom prst="rect">
            <a:avLst/>
          </a:prstGeom>
          <a:solidFill>
            <a:srgbClr val="1F6E3C"/>
          </a:solidFill>
          <a:ln w="12700">
            <a:solidFill>
              <a:srgbClr val="1F6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中央値を答えた人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0" y="12344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＋50点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いちばん大きい・小さい数字を答えた人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－10点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1188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それ以外の人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6118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0点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遊び方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0" cy="54864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ルームコードを入力して参加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548640" cy="54864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問題が出たら数字で答える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48640" cy="54864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全員が答えたら結果発表！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548640" cy="548640"/>
          </a:xfrm>
          <a:prstGeom prst="ellipse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これを何問か繰り返す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勝つコツ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0040" cy="32004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801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みんながどんな数字を答えるか想像しよう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極端な数字は避けるのが安全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solidFill>
            <a:srgbClr val="2E7D8C"/>
          </a:solidFill>
          <a:ln w="12700">
            <a:solidFill>
              <a:srgbClr val="2E7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747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でも、みんなが同じことを考えてたら…？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チャットにコピーして使おう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solidFill>
            <a:srgbClr val="FFFFFF"/>
          </a:solidFill>
          <a:ln w="31750">
            <a:solidFill>
              <a:srgbClr val="2E7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【いいセンいきまSHOW! ルール】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数字で「いいセン」をねらうゲームだよ！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得点ルール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・ちょうど真ん中の数字 → ＋50点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・いちばん大きい or 小さい数字 → －10点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・それ以外 → 0点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遊び方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ルームコードを入力して参加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問題が出たら数字で答えよう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全員が答えたら結果発表！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いいセンいきまSHOW! ゲーム説明</dc:title>
  <dc:subject>PptxGenJS Presentation</dc:subject>
  <dc:creator>PptxGenJS</dc:creator>
  <cp:lastModifiedBy>PptxGenJS</cp:lastModifiedBy>
  <cp:revision>1</cp:revision>
  <dcterms:created xsi:type="dcterms:W3CDTF">2026-03-26T03:19:20Z</dcterms:created>
  <dcterms:modified xsi:type="dcterms:W3CDTF">2026-03-26T03:19:20Z</dcterms:modified>
</cp:coreProperties>
</file>