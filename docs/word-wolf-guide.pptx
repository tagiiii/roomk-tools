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2E7D8C">
              <a:alpha val="50000"/>
            </a:srgbClr>
          </a:solidFill>
          <a:ln w="12700">
            <a:solidFill>
              <a:srgbClr val="2E7D8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ワードウルフ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D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ひとりだけ違うお題を持つのは誰？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どんなゲーム？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みんなにお題が配られる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ひとりだけ「ちょっと違うお題」を持つ人がいる（ウルフ）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5661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会話しながら「ウルフは誰か」を探し出す！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2種類の役割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市民（多数派）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自分のお題を話しながら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ウルフを見つける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ウルフ（少数派）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120640" y="2011680"/>
            <a:ext cx="338328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488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バレないように話して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ウルフ投票を回避する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遊び方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97864"/>
            <a:ext cx="530352" cy="530352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97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ルームコードを入力して参加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530352" cy="530352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1109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自分だけのお題をこっそり確認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530352" cy="530352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34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7919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お題について全員でトーク（討論タイム）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65760" y="3502152"/>
            <a:ext cx="530352" cy="530352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021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44728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ウルフだと思う人に投票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65760" y="4270248"/>
            <a:ext cx="530352" cy="530352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70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21538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結果発表！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お題を直接言ってはいけない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話しすぎてもバレる、話さなすぎても怪しい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747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なんとなく話が合わない人を探そう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チャットにコピーして使おう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【ワードウルフ ルール】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ひとりだけ違うお題を持つウルフを探し出せ！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役割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・市民：みんなと同じお題 → ウルフを見つけよう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・ウルフ：ひとりだけ違うお題 → バレないようにしよう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遊び方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ルームコードを入力して参加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自分のお題をこっそり確認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お題についてみんなでトーク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ウルフだと思う人に投票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結果発表！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※ お題を直接言わないでね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ワードウルフ ゲーム説明</dc:title>
  <dc:subject>PptxGenJS Presentation</dc:subject>
  <dc:creator>PptxGenJS</dc:creator>
  <cp:lastModifiedBy>PptxGenJS</cp:lastModifiedBy>
  <cp:revision>1</cp:revision>
  <dcterms:created xsi:type="dcterms:W3CDTF">2026-03-26T03:20:03Z</dcterms:created>
  <dcterms:modified xsi:type="dcterms:W3CDTF">2026-03-26T03:20:03Z</dcterms:modified>
</cp:coreProperties>
</file>