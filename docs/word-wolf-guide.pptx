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554480"/>
            <a:ext cx="128016" cy="128016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ワードウルフ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49808" y="2487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D8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ひとりだけ違うお題を持つのは誰？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どんなゲーム？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F6F9FB"/>
          </a:solidFill>
          <a:ln w="12700">
            <a:solidFill>
              <a:srgbClr val="C8D8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91440" cy="91440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005840"/>
            <a:ext cx="7818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みんなにお題が配られる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229600" cy="914400"/>
          </a:xfrm>
          <a:prstGeom prst="rect">
            <a:avLst/>
          </a:prstGeom>
          <a:solidFill>
            <a:srgbClr val="E4F1F4"/>
          </a:solidFill>
          <a:ln w="25400">
            <a:solidFill>
              <a:srgbClr val="2E7D8C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48840"/>
            <a:ext cx="91440" cy="91440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48840"/>
            <a:ext cx="7818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ひとりだけ「ちょっと違うお題」を持つ人がいる（ウルフ）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solidFill>
            <a:srgbClr val="F6F9FB"/>
          </a:solidFill>
          <a:ln w="12700">
            <a:solidFill>
              <a:srgbClr val="C8D8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291840"/>
            <a:ext cx="91440" cy="91440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291840"/>
            <a:ext cx="7818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会話しながら「ウルフは誰か」を探し出す！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2種類の役割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776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D4D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3977640" cy="64008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005840"/>
            <a:ext cx="3822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市民（多数派）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8912" y="1719072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みんなと同じお題を持っている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3611880" cy="27432"/>
          </a:xfrm>
          <a:prstGeom prst="rect">
            <a:avLst/>
          </a:prstGeom>
          <a:solidFill>
            <a:srgbClr val="D8DDE2"/>
          </a:solidFill>
          <a:ln w="12700">
            <a:solidFill>
              <a:srgbClr val="D8DD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423160"/>
            <a:ext cx="37033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自分のお題を話しながらウルフを見つけよう！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00600" y="1005840"/>
            <a:ext cx="39776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DD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1005840"/>
            <a:ext cx="3977640" cy="640080"/>
          </a:xfrm>
          <a:prstGeom prst="rect">
            <a:avLst/>
          </a:prstGeom>
          <a:solidFill>
            <a:srgbClr val="7B1A1A"/>
          </a:solidFill>
          <a:ln w="12700">
            <a:solidFill>
              <a:srgbClr val="7B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73752" y="1005840"/>
            <a:ext cx="3822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ウルフ（少数派）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73752" y="1719072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ひとりだけ違うお題を持っている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331720"/>
            <a:ext cx="3611880" cy="27432"/>
          </a:xfrm>
          <a:prstGeom prst="rect">
            <a:avLst/>
          </a:prstGeom>
          <a:solidFill>
            <a:srgbClr val="D8DDE2"/>
          </a:solidFill>
          <a:ln w="12700">
            <a:solidFill>
              <a:srgbClr val="D8DD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19472" y="2423160"/>
            <a:ext cx="37033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バレないように話してウルフ投票を回避しよう！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遊び方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365760" cy="36576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78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1005840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ルームコードを入力して参加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1737360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自分だけのお題をこっそり確認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365760" cy="36576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" y="2468880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お題について全員でトーク（討論タイム）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2920" y="3273552"/>
            <a:ext cx="365760" cy="36576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87552" y="3200400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ウルフだと思う人に投票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4005072"/>
            <a:ext cx="365760" cy="36576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005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87552" y="3931920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結果発表！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ポイント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A4060"/>
          </a:solidFill>
          <a:ln w="19050">
            <a:solidFill>
              <a:srgbClr val="2E7D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261872"/>
            <a:ext cx="402336" cy="402336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261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70432" y="10058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お題を直接言ってはいけない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229600" cy="914400"/>
          </a:xfrm>
          <a:prstGeom prst="rect">
            <a:avLst/>
          </a:prstGeom>
          <a:solidFill>
            <a:srgbClr val="1A4060"/>
          </a:solidFill>
          <a:ln w="19050">
            <a:solidFill>
              <a:srgbClr val="2E7D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04872"/>
            <a:ext cx="402336" cy="402336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70432" y="21488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話しすぎてもバレる、話さなすぎても怪しい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solidFill>
            <a:srgbClr val="1A4060"/>
          </a:solidFill>
          <a:ln w="19050">
            <a:solidFill>
              <a:srgbClr val="2E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547872"/>
            <a:ext cx="402336" cy="402336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70432" y="32918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ウルフは少数なので、なんとなく話が合わない人を探そう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チャットにコピーして使おう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566160"/>
          </a:xfrm>
          <a:prstGeom prst="rect">
            <a:avLst/>
          </a:prstGeom>
          <a:solidFill>
            <a:srgbClr val="1A2835"/>
          </a:solidFill>
          <a:ln w="25400">
            <a:solidFill>
              <a:srgbClr val="2E7D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51560"/>
            <a:ext cx="7863840" cy="33832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EC8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【ワードウルフ ルール】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ひとりだけ違うお題を持つウルフを探し出せ！</a:t>
            </a:r>
            <a:endParaRPr lang="en-US" sz="15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5EC8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■ 役割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・市民：みんなと同じお題 → ウルフを見つけよう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・ウルフ：ひとりだけ違うお題 → バレないようにしよう</a:t>
            </a:r>
            <a:endParaRPr lang="en-US" sz="15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5EC8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■ 遊び方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ルームコードを入力して参加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自分のお題をこっそり確認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お題についてみんなでトーク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ウルフだと思う人に投票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結果発表！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4617720"/>
            <a:ext cx="8229600" cy="384048"/>
          </a:xfrm>
          <a:prstGeom prst="rect">
            <a:avLst/>
          </a:prstGeom>
          <a:solidFill>
            <a:srgbClr val="2A3D2A"/>
          </a:solidFill>
          <a:ln w="12700">
            <a:solidFill>
              <a:srgbClr val="5A8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6177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お題を直接言わないでね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ワードウルフ</dc:title>
  <dc:subject>PptxGenJS Presentation</dc:subject>
  <dc:creator>PptxGenJS</dc:creator>
  <cp:lastModifiedBy>PptxGenJS</cp:lastModifiedBy>
  <cp:revision>1</cp:revision>
  <dcterms:created xsi:type="dcterms:W3CDTF">2026-03-26T12:20:57Z</dcterms:created>
  <dcterms:modified xsi:type="dcterms:W3CDTF">2026-03-26T12:20:57Z</dcterms:modified>
</cp:coreProperties>
</file>