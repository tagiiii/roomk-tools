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554480"/>
            <a:ext cx="128016" cy="128016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名前変えゲーム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2487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8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変わった名前は誰のもの？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どんなゲーム？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6F9FB"/>
          </a:solidFill>
          <a:ln w="12700">
            <a:solidFill>
              <a:srgbClr val="C8D8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91440" cy="91440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005840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Metalifeで名前を変えた人がいる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solidFill>
            <a:srgbClr val="E4F1F4"/>
          </a:solidFill>
          <a:ln w="25400">
            <a:solidFill>
              <a:srgbClr val="2E7D8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48840"/>
            <a:ext cx="91440" cy="91440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48840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その変更後の名前が「誰のもの」かを当てるゲーム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solidFill>
            <a:srgbClr val="F6F9FB"/>
          </a:solidFill>
          <a:ln w="12700">
            <a:solidFill>
              <a:srgbClr val="C8D8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91840"/>
            <a:ext cx="91440" cy="91440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91840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変えた人はバレないようにうまく話せるか！？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3種類の役割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4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377440" cy="960120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GM（進行役）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999232" y="100584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ゲームを進める。投票・名前変えには参加しない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4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94560"/>
            <a:ext cx="2377440" cy="960120"/>
          </a:xfrm>
          <a:prstGeom prst="rect">
            <a:avLst/>
          </a:prstGeom>
          <a:solidFill>
            <a:srgbClr val="7B4010"/>
          </a:solidFill>
          <a:ln w="12700">
            <a:solidFill>
              <a:srgbClr val="7B40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94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名前変え役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99232" y="219456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Metalifeで名前を変えて、変更後の名前をアプリに入力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4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383280"/>
            <a:ext cx="2377440" cy="96012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832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投票役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99232" y="338328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変更後の名前が誰のものかを投票で当てる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遊び方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365760" cy="365760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1005840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ルームコードを入力して参加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1810512"/>
            <a:ext cx="365760" cy="365760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1737360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「名前を変えた」or「投票で参加」を選ぶ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2468880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名前変え役：Metalifeで名前を変えてアプリに入力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3273552"/>
            <a:ext cx="365760" cy="365760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" y="3200400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投票タイム：変更後の名前が誰のものかを投票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4005072"/>
            <a:ext cx="365760" cy="365760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7552" y="3931920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結果発表！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ポイント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1A4060"/>
          </a:solidFill>
          <a:ln w="19050">
            <a:solidFill>
              <a:srgbClr val="2E7D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261872"/>
            <a:ext cx="402336" cy="402336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0058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名前変え役はバレないように自然に話そう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solidFill>
            <a:srgbClr val="1A4060"/>
          </a:solidFill>
          <a:ln w="19050">
            <a:solidFill>
              <a:srgbClr val="2E7D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404872"/>
            <a:ext cx="402336" cy="402336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1488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投票役はみんなの話し方や雰囲気からヒントを探そう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solidFill>
            <a:srgbClr val="1A4060"/>
          </a:solidFill>
          <a:ln w="19050">
            <a:solidFill>
              <a:srgbClr val="2E7D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3547872"/>
            <a:ext cx="402336" cy="402336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2918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同じ人を複数の名前に割り当てることはできない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チャットにコピーして使おう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566160"/>
          </a:xfrm>
          <a:prstGeom prst="rect">
            <a:avLst/>
          </a:prstGeom>
          <a:solidFill>
            <a:srgbClr val="1A2835"/>
          </a:solidFill>
          <a:ln w="25400">
            <a:solidFill>
              <a:srgbClr val="2E7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33832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E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【名前変えゲーム ルール】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Metalifeで名前を変えた人を当てよう！</a:t>
            </a:r>
            <a:endParaRPr lang="en-US" sz="15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5E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■ 役割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・名前変え役：Metalifeで名前を変えてアプリに入力。バレないように！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・投票役：変更後の名前が誰のものかを投票で当てよう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・GM：ゲームを進める（投票・名前変えには参加しない）</a:t>
            </a:r>
            <a:endParaRPr lang="en-US" sz="15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5E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■ 遊び方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ルームコードを入力して参加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役割を選ぶ（名前変え or 投票）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名前変え役はMetalifeで名前を変えてアプリに入力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投票タイム！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結果発表！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2A3D2A"/>
          </a:solidFill>
          <a:ln w="12700">
            <a:solidFill>
              <a:srgbClr val="5A8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617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同じ人を2つの名前に投票することはできません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名前変えゲーム</dc:title>
  <dc:subject>PptxGenJS Presentation</dc:subject>
  <dc:creator>PptxGenJS</dc:creator>
  <cp:lastModifiedBy>PptxGenJS</cp:lastModifiedBy>
  <cp:revision>1</cp:revision>
  <dcterms:created xsi:type="dcterms:W3CDTF">2026-03-26T12:20:57Z</dcterms:created>
  <dcterms:modified xsi:type="dcterms:W3CDTF">2026-03-26T12:20:57Z</dcterms:modified>
</cp:coreProperties>
</file>