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3657600"/>
            <a:ext cx="2286000" cy="1485900"/>
          </a:xfrm>
          <a:prstGeom prst="rect">
            <a:avLst/>
          </a:prstGeom>
          <a:solidFill>
            <a:srgbClr val="2E7D8C">
              <a:alpha val="50000"/>
            </a:srgbClr>
          </a:solidFill>
          <a:ln w="12700">
            <a:solidFill>
              <a:srgbClr val="2E7D8C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名前変えゲーム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E7D8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変わった名前は誰のもの？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どんなゲーム？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57200" cy="45720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37160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Metalifeで名前を変えた人がいる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688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その変更後の名前が「誰のもの」かを当てるゲーム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356616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変えた人はバレないようにうまく話せるか！？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3種類の役割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834640" cy="3566160"/>
          </a:xfrm>
          <a:prstGeom prst="rect">
            <a:avLst/>
          </a:prstGeom>
          <a:solidFill>
            <a:srgbClr val="5A6270"/>
          </a:solidFill>
          <a:ln w="12700">
            <a:solidFill>
              <a:srgbClr val="5A62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8016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GM（進行役）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468880" cy="0"/>
          </a:xfrm>
          <a:prstGeom prst="line">
            <a:avLst/>
          </a:prstGeom>
          <a:noFill/>
          <a:ln w="1524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194560"/>
            <a:ext cx="26517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ゲームを進める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投票・名前変えには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参加しない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834640" cy="356616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28016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名前変え役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29000" y="2103120"/>
            <a:ext cx="2468880" cy="0"/>
          </a:xfrm>
          <a:prstGeom prst="line">
            <a:avLst/>
          </a:prstGeom>
          <a:noFill/>
          <a:ln w="1524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2194560"/>
            <a:ext cx="26517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Metalifeで名前を変えて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アプリに入力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2834640" cy="356616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28016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投票役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400800" y="2103120"/>
            <a:ext cx="2468880" cy="0"/>
          </a:xfrm>
          <a:prstGeom prst="line">
            <a:avLst/>
          </a:prstGeom>
          <a:noFill/>
          <a:ln w="1524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194560"/>
            <a:ext cx="26517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変更後の名前が誰の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ものかを投票で当てる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遊び方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97864"/>
            <a:ext cx="530352" cy="530352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9786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143000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ルームコードを入力して参加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530352" cy="530352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9659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1911096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「名前を変えた」or「投票で参加」を選ぶ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734056"/>
            <a:ext cx="530352" cy="530352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7340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51560" y="2679192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名前変え役：Metalifeで名前を変えてアプリに入力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65760" y="3502152"/>
            <a:ext cx="530352" cy="530352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5021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344728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投票タイム：変更後の名前が誰のものかを投票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4270248"/>
            <a:ext cx="530352" cy="530352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2702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51560" y="4215384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結果発表！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20040" cy="32004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280160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名前変え役はバレないように自然に話そう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320040" cy="32004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投票役はみんなの話し方や雰囲気からヒントを探そう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3611880"/>
            <a:ext cx="320040" cy="32004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474720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同じ人を複数の名前に割り当てることはできない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チャットにコピーして使おう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3840480"/>
          </a:xfrm>
          <a:prstGeom prst="rect">
            <a:avLst/>
          </a:prstGeom>
          <a:solidFill>
            <a:srgbClr val="FFFFFF"/>
          </a:solidFill>
          <a:ln w="31750">
            <a:solidFill>
              <a:srgbClr val="2E7D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【名前変えゲーム ルール】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Metalifeで名前を変えた人を当てよう！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役割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・名前変え役：Metalifeで名前を変えてアプリに入力。バレないように！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・投票役：変更後の名前が誰のものかを投票で当てよう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・GM：ゲームを進める（投票・名前変えには参加しない）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遊び方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ルームコードを入力して参加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役割を選ぶ（名前変え or 投票）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名前変え役はMetalifeで名前を変えてアプリに入力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投票タイム！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結果発表！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※ 同じ人を2つの名前に投票することはできません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名前変えゲーム 説明</dc:title>
  <dc:subject>PptxGenJS Presentation</dc:subject>
  <dc:creator>PptxGenJS</dc:creator>
  <cp:lastModifiedBy>PptxGenJS</cp:lastModifiedBy>
  <cp:revision>1</cp:revision>
  <dcterms:created xsi:type="dcterms:W3CDTF">2026-03-26T03:20:03Z</dcterms:created>
  <dcterms:modified xsi:type="dcterms:W3CDTF">2026-03-26T03:20:03Z</dcterms:modified>
</cp:coreProperties>
</file>